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Microsoft YaHei"/>
              </a:rPr>
              <a:t>软件操作练习材料：酶活性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latin typeface="Microsoft YaHei"/>
              </a:rPr>
              <a:t>这是一份为学习工作台录制演示而编写的简化材料，不是完整课程讲义，不可作为真实实验操作方案。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Microsoft YaHei"/>
              </a:rPr>
              <a:t>酶与催化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latin typeface="Microsoft YaHei"/>
              </a:rPr>
              <a:t>酶能加快生化反应的速率。温度与 pH 均可能影响酶活性。讨论实验时，应区分预期趋势和实际观察。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Microsoft YaHei"/>
              </a:rPr>
              <a:t>温度与 pH：两个不同变量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latin typeface="Microsoft YaHei"/>
              </a:rPr>
              <a:t>温度描述体系的冷热程度；pH 反映酸碱程度。二者不能互相替代。研究温度影响时，应控制 pH 等其他条件；研究 pH 时，应控制温度等其他条件。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Microsoft YaHei"/>
              </a:rPr>
              <a:t>对照与控制变量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latin typeface="Microsoft YaHei"/>
              </a:rPr>
              <a:t>比较实验组和对照组时，应明确研究变量，并尽可能保持其他条件一致。同一次比较中同时改变多个条件，通常难以区分各因素的作用。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Microsoft YaHei"/>
              </a:rPr>
              <a:t>实验报告与真实记录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latin typeface="Microsoft YaHei"/>
              </a:rPr>
              <a:t>实验数据、现象、结果和结论应来自真实实验。没有完成实验时，不填写虚构数值，也不把预期现象当作观察结果。报告固定内容可以根据教师提供的材料事先整理。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